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the project measures the limits of non-invasive decoding.</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on the achievable limits of non-invasive decoding.</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x in TRIBE v2's input space (8-D, unit scale; real stimuli: 4.9-D) → y = f(x) → recover x; budget, noise, extent, priors, 8 inits × 4 truths; re-checked with a real stimulus as truth.</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a story unseen in TRIBE v2's training inverted and ranked among 45 segments.</a:t>
            </a:r>
          </a:p>
          <a:p>
            <a:pPr>
              <a:lnSpc>
                <a:spcPct val="105000"/>
              </a:lnSpc>
              <a:spcAft>
                <a:spcPts val="800"/>
              </a:spcAft>
            </a:pPr>
            <a:r>
              <a:rPr sz="2600" b="1">
                <a:solidFill>
                  <a:srgbClr val="1A1A1A"/>
                </a:solidFill>
                <a:latin typeface="Calibri"/>
              </a:rPr>
              <a:t>fMRI over EEG: </a:t>
            </a:r>
            <a:r>
              <a:rPr sz="2600" b="0">
                <a:solidFill>
                  <a:srgbClr val="1A1A1A"/>
                </a:solidFill>
                <a:latin typeface="Calibri"/>
              </a:rPr>
              <a:t>millimetre detail on 20,484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1,152 representation to 20,484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a synthetic framework with exact error was built, followed by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the one differentiable boundary was located and re-entered.</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free hardware. </a:t>
            </a:r>
            <a:r>
              <a:rPr sz="2700" b="0">
                <a:solidFill>
                  <a:srgbClr val="1A1A1A"/>
                </a:solidFill>
                <a:latin typeface="Calibri"/>
              </a:rPr>
              <a:t>20,484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the stimuli a person sees and hears; decoding runs the other way. This project tests whether a near-perfect encoder can be inverted to read meaning back out.</a:t>
            </a:r>
          </a:p>
          <a:p>
            <a:pPr>
              <a:lnSpc>
                <a:spcPct val="105000"/>
              </a:lnSpc>
              <a:spcAft>
                <a:spcPts val="1000"/>
              </a:spcAft>
            </a:pPr>
            <a:r>
              <a:rPr sz="2900" b="0">
                <a:solidFill>
                  <a:srgbClr val="1A1A1A"/>
                </a:solidFill>
                <a:latin typeface="Calibri"/>
              </a:rPr>
              <a:t>Meta's open 177 M-parameter TRIBE v2 encoder is inverted by gradient descent; its </a:t>
            </a:r>
            <a:r>
              <a:rPr sz="2900" b="1">
                <a:solidFill>
                  <a:srgbClr val="1A1A1A"/>
                </a:solidFill>
                <a:latin typeface="Calibri"/>
              </a:rPr>
              <a:t>uniqueness, conditioning and regional recoverability</a:t>
            </a:r>
            <a:r>
              <a:rPr sz="2900" b="0">
                <a:solidFill>
                  <a:srgbClr val="1A1A1A"/>
                </a:solidFill>
                <a:latin typeface="Calibri"/>
              </a:rPr>
              <a:t> are measured with exact ground truth and validated on real fMRI from a story unseen in training.</a:t>
            </a:r>
          </a:p>
          <a:p>
            <a:pPr>
              <a:lnSpc>
                <a:spcPct val="105000"/>
              </a:lnSpc>
              <a:spcAft>
                <a:spcPts val="1000"/>
              </a:spcAft>
            </a:pPr>
            <a:r>
              <a:rPr sz="2900" b="1">
                <a:solidFill>
                  <a:srgbClr val="1A1A1A"/>
                </a:solidFill>
                <a:latin typeface="Calibri"/>
              </a:rPr>
              <a:t>Finding: </a:t>
            </a:r>
            <a:r>
              <a:rPr sz="2900" b="0">
                <a:solidFill>
                  <a:srgbClr val="1A1A1A"/>
                </a:solidFill>
                <a:latin typeface="Calibri"/>
              </a:rPr>
              <a:t>error falls 28.4× while recovery saturates; on real fMRI 4 of 5 unseen test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  </a:t>
            </a:r>
            <a:r>
              <a:rPr sz="2000" b="1">
                <a:solidFill>
                  <a:srgbClr val="1A1A1A"/>
                </a:solidFill>
                <a:latin typeface="Calibri"/>
              </a:rPr>
              <a:t>Report: </a:t>
            </a:r>
            <a:r>
              <a:rPr sz="2000" b="0">
                <a:solidFill>
                  <a:srgbClr val="1A1A1A"/>
                </a:solidFill>
                <a:latin typeface="Calibri"/>
              </a:rPr>
              <a:t>final Project-I report in the 2026 VIT format.</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code, logged results, interactive demo, four Colab notebooks.  </a:t>
            </a:r>
            <a:r>
              <a:rPr sz="2000" b="1">
                <a:solidFill>
                  <a:srgbClr val="1A1A1A"/>
                </a:solidFill>
                <a:latin typeface="Calibri"/>
              </a:rPr>
              <a:t>Tools and cost: </a:t>
            </a:r>
            <a:r>
              <a:rPr sz="2000" b="0">
                <a:solidFill>
                  <a:srgbClr val="1A1A1A"/>
                </a:solidFill>
                <a:latin typeface="Calibri"/>
              </a:rPr>
              <a:t>Python, PyTorch, nilearn, Colab (free T4), GitHub, Google Drive, MS Word and PowerPoint (VIT licence), LibreOffice: ₹0; printing only.</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Proposed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(barrier 4.8×; 8.1× to a deeper one; 4 truths).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